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Итоги полугодия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ООО «Ромашка» · январь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1</a:t>
            </a:r>
          </a:p>
          <a:p>
            <a:pPr lvl="1">
              <a:defRPr sz="1800"/>
            </a:pPr>
            <a:r>
              <a:t>Пояснение 1.1</a:t>
            </a:r>
          </a:p>
          <a:p>
            <a:pPr lvl="1">
              <a:defRPr sz="1800"/>
            </a:pPr>
            <a:r>
              <a:t>Пояснение 1.2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2</a:t>
            </a:r>
          </a:p>
          <a:p>
            <a:pPr lvl="1">
              <a:defRPr sz="1800"/>
            </a:pPr>
            <a:r>
              <a:t>Пояснение 2.1</a:t>
            </a:r>
          </a:p>
          <a:p>
            <a:pPr lvl="1">
              <a:defRPr sz="1800"/>
            </a:pPr>
            <a:r>
              <a:t>Пояснение 2.2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3</a:t>
            </a:r>
          </a:p>
          <a:p>
            <a:pPr lvl="1">
              <a:defRPr sz="1800"/>
            </a:pPr>
            <a:r>
              <a:t>Пояснение 3.1</a:t>
            </a:r>
          </a:p>
          <a:p>
            <a:pPr lvl="1">
              <a:defRPr sz="1800"/>
            </a:pPr>
            <a:r>
              <a:t>Пояснение 3.2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4</a:t>
            </a:r>
          </a:p>
          <a:p>
            <a:pPr lvl="1">
              <a:defRPr sz="1800"/>
            </a:pPr>
            <a:r>
              <a:t>Пояснение 4.1</a:t>
            </a:r>
          </a:p>
          <a:p>
            <a:pPr lvl="1">
              <a:defRPr sz="1800"/>
            </a:pPr>
            <a:r>
              <a:t>Пояснение 4.2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5</a:t>
            </a:r>
          </a:p>
          <a:p>
            <a:pPr lvl="1">
              <a:defRPr sz="1800"/>
            </a:pPr>
            <a:r>
              <a:t>Пояснение 5.1</a:t>
            </a:r>
          </a:p>
          <a:p>
            <a:pPr lvl="1">
              <a:defRPr sz="1800"/>
            </a:pPr>
            <a:r>
              <a:t>Пояснение 5.2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6</a:t>
            </a:r>
          </a:p>
          <a:p>
            <a:pPr lvl="1">
              <a:defRPr sz="1800"/>
            </a:pPr>
            <a:r>
              <a:t>Пояснение 6.1</a:t>
            </a:r>
          </a:p>
          <a:p>
            <a:pPr lvl="1">
              <a:defRPr sz="1800"/>
            </a:pPr>
            <a:r>
              <a:t>Пояснение 6.2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7</a:t>
            </a:r>
          </a:p>
          <a:p>
            <a:pPr lvl="1">
              <a:defRPr sz="1800"/>
            </a:pPr>
            <a:r>
              <a:t>Пояснение 7.1</a:t>
            </a:r>
          </a:p>
          <a:p>
            <a:pPr lvl="1">
              <a:defRPr sz="1800"/>
            </a:pPr>
            <a:r>
              <a:t>Пояснение 7.2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8</a:t>
            </a:r>
          </a:p>
          <a:p>
            <a:pPr lvl="1">
              <a:defRPr sz="1800"/>
            </a:pPr>
            <a:r>
              <a:t>Пояснение 8.1</a:t>
            </a:r>
          </a:p>
          <a:p>
            <a:pPr lvl="1">
              <a:defRPr sz="1800"/>
            </a:pPr>
            <a:r>
              <a:t>Пояснение 8.2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9</a:t>
            </a:r>
          </a:p>
          <a:p>
            <a:pPr lvl="1">
              <a:defRPr sz="1800"/>
            </a:pPr>
            <a:r>
              <a:t>Пояснение 9.1</a:t>
            </a:r>
          </a:p>
          <a:p>
            <a:pPr lvl="1">
              <a:defRPr sz="1800"/>
            </a:pPr>
            <a:r>
              <a:t>Пояснение 9.2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10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10</a:t>
            </a:r>
          </a:p>
          <a:p>
            <a:pPr lvl="1">
              <a:defRPr sz="1800"/>
            </a:pPr>
            <a:r>
              <a:t>Пояснение 10.1</a:t>
            </a:r>
          </a:p>
          <a:p>
            <a:pPr lvl="1">
              <a:defRPr sz="1800"/>
            </a:pPr>
            <a:r>
              <a:t>Пояснение 10.2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11</a:t>
            </a:r>
          </a:p>
          <a:p>
            <a:pPr lvl="1">
              <a:defRPr sz="1800"/>
            </a:pPr>
            <a:r>
              <a:t>Пояснение 11.1</a:t>
            </a:r>
          </a:p>
          <a:p>
            <a:pPr lvl="1">
              <a:defRPr sz="1800"/>
            </a:pPr>
            <a:r>
              <a:t>Пояснение 11.2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