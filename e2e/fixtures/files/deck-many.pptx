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Итоги полугодия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ООО «Ромашка» · январь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1</a:t>
            </a:r>
          </a:p>
          <a:p>
            <a:pPr lvl="1">
              <a:defRPr sz="1800"/>
            </a:pPr>
            <a:r>
              <a:t>Пояснение 1.1</a:t>
            </a:r>
          </a:p>
          <a:p>
            <a:pPr lvl="1">
              <a:defRPr sz="1800"/>
            </a:pPr>
            <a:r>
              <a:t>Пояснение 1.2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2</a:t>
            </a:r>
          </a:p>
          <a:p>
            <a:pPr lvl="1">
              <a:defRPr sz="1800"/>
            </a:pPr>
            <a:r>
              <a:t>Пояснение 2.1</a:t>
            </a:r>
          </a:p>
          <a:p>
            <a:pPr lvl="1">
              <a:defRPr sz="1800"/>
            </a:pPr>
            <a:r>
              <a:t>Пояснение 2.2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3</a:t>
            </a:r>
          </a:p>
          <a:p>
            <a:pPr lvl="1">
              <a:defRPr sz="1800"/>
            </a:pPr>
            <a:r>
              <a:t>Пояснение 3.1</a:t>
            </a:r>
          </a:p>
          <a:p>
            <a:pPr lvl="1">
              <a:defRPr sz="1800"/>
            </a:pPr>
            <a:r>
              <a:t>Пояснение 3.2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4</a:t>
            </a:r>
          </a:p>
          <a:p>
            <a:pPr lvl="1">
              <a:defRPr sz="1800"/>
            </a:pPr>
            <a:r>
              <a:t>Пояснение 4.1</a:t>
            </a:r>
          </a:p>
          <a:p>
            <a:pPr lvl="1">
              <a:defRPr sz="1800"/>
            </a:pPr>
            <a:r>
              <a:t>Пояснение 4.2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5</a:t>
            </a:r>
          </a:p>
          <a:p>
            <a:pPr lvl="1">
              <a:defRPr sz="1800"/>
            </a:pPr>
            <a:r>
              <a:t>Пояснение 5.1</a:t>
            </a:r>
          </a:p>
          <a:p>
            <a:pPr lvl="1">
              <a:defRPr sz="1800"/>
            </a:pPr>
            <a:r>
              <a:t>Пояснение 5.2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6</a:t>
            </a:r>
          </a:p>
          <a:p>
            <a:pPr lvl="1">
              <a:defRPr sz="1800"/>
            </a:pPr>
            <a:r>
              <a:t>Пояснение 6.1</a:t>
            </a:r>
          </a:p>
          <a:p>
            <a:pPr lvl="1">
              <a:defRPr sz="1800"/>
            </a:pPr>
            <a:r>
              <a:t>Пояснение 6.2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7</a:t>
            </a:r>
          </a:p>
          <a:p>
            <a:pPr lvl="1">
              <a:defRPr sz="1800"/>
            </a:pPr>
            <a:r>
              <a:t>Пояснение 7.1</a:t>
            </a:r>
          </a:p>
          <a:p>
            <a:pPr lvl="1">
              <a:defRPr sz="1800"/>
            </a:pPr>
            <a:r>
              <a:t>Пояснение 7.2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8</a:t>
            </a:r>
          </a:p>
          <a:p>
            <a:pPr lvl="1">
              <a:defRPr sz="1800"/>
            </a:pPr>
            <a:r>
              <a:t>Пояснение 8.1</a:t>
            </a:r>
          </a:p>
          <a:p>
            <a:pPr lvl="1">
              <a:defRPr sz="1800"/>
            </a:pPr>
            <a:r>
              <a:t>Пояснение 8.2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9</a:t>
            </a:r>
          </a:p>
          <a:p>
            <a:pPr lvl="1">
              <a:defRPr sz="1800"/>
            </a:pPr>
            <a:r>
              <a:t>Пояснение 9.1</a:t>
            </a:r>
          </a:p>
          <a:p>
            <a:pPr lvl="1">
              <a:defRPr sz="1800"/>
            </a:pPr>
            <a:r>
              <a:t>Пояснение 9.2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10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10</a:t>
            </a:r>
          </a:p>
          <a:p>
            <a:pPr lvl="1">
              <a:defRPr sz="1800"/>
            </a:pPr>
            <a:r>
              <a:t>Пояснение 10.1</a:t>
            </a:r>
          </a:p>
          <a:p>
            <a:pPr lvl="1">
              <a:defRPr sz="1800"/>
            </a:pPr>
            <a:r>
              <a:t>Пояснение 10.2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11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11</a:t>
            </a:r>
          </a:p>
          <a:p>
            <a:pPr lvl="1">
              <a:defRPr sz="1800"/>
            </a:pPr>
            <a:r>
              <a:t>Пояснение 11.1</a:t>
            </a:r>
          </a:p>
          <a:p>
            <a:pPr lvl="1">
              <a:defRPr sz="1800"/>
            </a:pPr>
            <a:r>
              <a:t>Пояснение 11.2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12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12</a:t>
            </a:r>
          </a:p>
          <a:p>
            <a:pPr lvl="1">
              <a:defRPr sz="1800"/>
            </a:pPr>
            <a:r>
              <a:t>Пояснение 12.1</a:t>
            </a:r>
          </a:p>
          <a:p>
            <a:pPr lvl="1">
              <a:defRPr sz="1800"/>
            </a:pPr>
            <a:r>
              <a:t>Пояснение 12.2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13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13</a:t>
            </a:r>
          </a:p>
          <a:p>
            <a:pPr lvl="1">
              <a:defRPr sz="1800"/>
            </a:pPr>
            <a:r>
              <a:t>Пояснение 13.1</a:t>
            </a:r>
          </a:p>
          <a:p>
            <a:pPr lvl="1">
              <a:defRPr sz="1800"/>
            </a:pPr>
            <a:r>
              <a:t>Пояснение 13.2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14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14</a:t>
            </a:r>
          </a:p>
          <a:p>
            <a:pPr lvl="1">
              <a:defRPr sz="1800"/>
            </a:pPr>
            <a:r>
              <a:t>Пояснение 14.1</a:t>
            </a:r>
          </a:p>
          <a:p>
            <a:pPr lvl="1">
              <a:defRPr sz="1800"/>
            </a:pPr>
            <a:r>
              <a:t>Пояснение 14.2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15</a:t>
            </a:r>
          </a:p>
          <a:p>
            <a:pPr lvl="1">
              <a:defRPr sz="1800"/>
            </a:pPr>
            <a:r>
              <a:t>Пояснение 15.1</a:t>
            </a:r>
          </a:p>
          <a:p>
            <a:pPr lvl="1">
              <a:defRPr sz="1800"/>
            </a:pPr>
            <a:r>
              <a:t>Пояснение 15.2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16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16</a:t>
            </a:r>
          </a:p>
          <a:p>
            <a:pPr lvl="1">
              <a:defRPr sz="1800"/>
            </a:pPr>
            <a:r>
              <a:t>Пояснение 16.1</a:t>
            </a:r>
          </a:p>
          <a:p>
            <a:pPr lvl="1">
              <a:defRPr sz="1800"/>
            </a:pPr>
            <a:r>
              <a:t>Пояснение 16.2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17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17</a:t>
            </a:r>
          </a:p>
          <a:p>
            <a:pPr lvl="1">
              <a:defRPr sz="1800"/>
            </a:pPr>
            <a:r>
              <a:t>Пояснение 17.1</a:t>
            </a:r>
          </a:p>
          <a:p>
            <a:pPr lvl="1">
              <a:defRPr sz="1800"/>
            </a:pPr>
            <a:r>
              <a:t>Пояснение 17.2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18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18</a:t>
            </a:r>
          </a:p>
          <a:p>
            <a:pPr lvl="1">
              <a:defRPr sz="1800"/>
            </a:pPr>
            <a:r>
              <a:t>Пояснение 18.1</a:t>
            </a:r>
          </a:p>
          <a:p>
            <a:pPr lvl="1">
              <a:defRPr sz="1800"/>
            </a:pPr>
            <a:r>
              <a:t>Пояснение 18.2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19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19</a:t>
            </a:r>
          </a:p>
          <a:p>
            <a:pPr lvl="1">
              <a:defRPr sz="1800"/>
            </a:pPr>
            <a:r>
              <a:t>Пояснение 19.1</a:t>
            </a:r>
          </a:p>
          <a:p>
            <a:pPr lvl="1">
              <a:defRPr sz="1800"/>
            </a:pPr>
            <a:r>
              <a:t>Пояснение 19.2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20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20</a:t>
            </a:r>
          </a:p>
          <a:p>
            <a:pPr lvl="1">
              <a:defRPr sz="1800"/>
            </a:pPr>
            <a:r>
              <a:t>Пояснение 20.1</a:t>
            </a:r>
          </a:p>
          <a:p>
            <a:pPr lvl="1">
              <a:defRPr sz="1800"/>
            </a:pPr>
            <a:r>
              <a:t>Пояснение 20.2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21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21</a:t>
            </a:r>
          </a:p>
          <a:p>
            <a:pPr lvl="1">
              <a:defRPr sz="1800"/>
            </a:pPr>
            <a:r>
              <a:t>Пояснение 21.1</a:t>
            </a:r>
          </a:p>
          <a:p>
            <a:pPr lvl="1">
              <a:defRPr sz="1800"/>
            </a:pPr>
            <a:r>
              <a:t>Пояснение 21.2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22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22</a:t>
            </a:r>
          </a:p>
          <a:p>
            <a:pPr lvl="1">
              <a:defRPr sz="1800"/>
            </a:pPr>
            <a:r>
              <a:t>Пояснение 22.1</a:t>
            </a:r>
          </a:p>
          <a:p>
            <a:pPr lvl="1">
              <a:defRPr sz="1800"/>
            </a:pPr>
            <a:r>
              <a:t>Пояснение 22.2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23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23</a:t>
            </a:r>
          </a:p>
          <a:p>
            <a:pPr lvl="1">
              <a:defRPr sz="1800"/>
            </a:pPr>
            <a:r>
              <a:t>Пояснение 23.1</a:t>
            </a:r>
          </a:p>
          <a:p>
            <a:pPr lvl="1">
              <a:defRPr sz="1800"/>
            </a:pPr>
            <a:r>
              <a:t>Пояснение 23.2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24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24</a:t>
            </a:r>
          </a:p>
          <a:p>
            <a:pPr lvl="1">
              <a:defRPr sz="1800"/>
            </a:pPr>
            <a:r>
              <a:t>Пояснение 24.1</a:t>
            </a:r>
          </a:p>
          <a:p>
            <a:pPr lvl="1">
              <a:defRPr sz="1800"/>
            </a:pPr>
            <a:r>
              <a:t>Пояснение 24.2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25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25</a:t>
            </a:r>
          </a:p>
          <a:p>
            <a:pPr lvl="1">
              <a:defRPr sz="1800"/>
            </a:pPr>
            <a:r>
              <a:t>Пояснение 25.1</a:t>
            </a:r>
          </a:p>
          <a:p>
            <a:pPr lvl="1">
              <a:defRPr sz="1800"/>
            </a:pPr>
            <a:r>
              <a:t>Пояснение 25.2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26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26</a:t>
            </a:r>
          </a:p>
          <a:p>
            <a:pPr lvl="1">
              <a:defRPr sz="1800"/>
            </a:pPr>
            <a:r>
              <a:t>Пояснение 26.1</a:t>
            </a:r>
          </a:p>
          <a:p>
            <a:pPr lvl="1">
              <a:defRPr sz="1800"/>
            </a:pPr>
            <a:r>
              <a:t>Пояснение 26.2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27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27</a:t>
            </a:r>
          </a:p>
          <a:p>
            <a:pPr lvl="1">
              <a:defRPr sz="1800"/>
            </a:pPr>
            <a:r>
              <a:t>Пояснение 27.1</a:t>
            </a:r>
          </a:p>
          <a:p>
            <a:pPr lvl="1">
              <a:defRPr sz="1800"/>
            </a:pPr>
            <a:r>
              <a:t>Пояснение 27.2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28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28</a:t>
            </a:r>
          </a:p>
          <a:p>
            <a:pPr lvl="1">
              <a:defRPr sz="1800"/>
            </a:pPr>
            <a:r>
              <a:t>Пояснение 28.1</a:t>
            </a:r>
          </a:p>
          <a:p>
            <a:pPr lvl="1">
              <a:defRPr sz="1800"/>
            </a:pPr>
            <a:r>
              <a:t>Пояснение 28.2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29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29</a:t>
            </a:r>
          </a:p>
          <a:p>
            <a:pPr lvl="1">
              <a:defRPr sz="1800"/>
            </a:pPr>
            <a:r>
              <a:t>Пояснение 29.1</a:t>
            </a:r>
          </a:p>
          <a:p>
            <a:pPr lvl="1">
              <a:defRPr sz="1800"/>
            </a:pPr>
            <a:r>
              <a:t>Пояснение 29.2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30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30</a:t>
            </a:r>
          </a:p>
          <a:p>
            <a:pPr lvl="1">
              <a:defRPr sz="1800"/>
            </a:pPr>
            <a:r>
              <a:t>Пояснение 30.1</a:t>
            </a:r>
          </a:p>
          <a:p>
            <a:pPr lvl="1">
              <a:defRPr sz="1800"/>
            </a:pPr>
            <a:r>
              <a:t>Пояснение 30.2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31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31</a:t>
            </a:r>
          </a:p>
          <a:p>
            <a:pPr lvl="1">
              <a:defRPr sz="1800"/>
            </a:pPr>
            <a:r>
              <a:t>Пояснение 31.1</a:t>
            </a:r>
          </a:p>
          <a:p>
            <a:pPr lvl="1">
              <a:defRPr sz="1800"/>
            </a:pPr>
            <a:r>
              <a:t>Пояснение 31.2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32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32</a:t>
            </a:r>
          </a:p>
          <a:p>
            <a:pPr lvl="1">
              <a:defRPr sz="1800"/>
            </a:pPr>
            <a:r>
              <a:t>Пояснение 32.1</a:t>
            </a:r>
          </a:p>
          <a:p>
            <a:pPr lvl="1">
              <a:defRPr sz="1800"/>
            </a:pPr>
            <a:r>
              <a:t>Пояснение 32.2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33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33</a:t>
            </a:r>
          </a:p>
          <a:p>
            <a:pPr lvl="1">
              <a:defRPr sz="1800"/>
            </a:pPr>
            <a:r>
              <a:t>Пояснение 33.1</a:t>
            </a:r>
          </a:p>
          <a:p>
            <a:pPr lvl="1">
              <a:defRPr sz="1800"/>
            </a:pPr>
            <a:r>
              <a:t>Пояснение 33.2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34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34</a:t>
            </a:r>
          </a:p>
          <a:p>
            <a:pPr lvl="1">
              <a:defRPr sz="1800"/>
            </a:pPr>
            <a:r>
              <a:t>Пояснение 34.1</a:t>
            </a:r>
          </a:p>
          <a:p>
            <a:pPr lvl="1">
              <a:defRPr sz="1800"/>
            </a:pPr>
            <a:r>
              <a:t>Пояснение 34.2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35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35</a:t>
            </a:r>
          </a:p>
          <a:p>
            <a:pPr lvl="1">
              <a:defRPr sz="1800"/>
            </a:pPr>
            <a:r>
              <a:t>Пояснение 35.1</a:t>
            </a:r>
          </a:p>
          <a:p>
            <a:pPr lvl="1">
              <a:defRPr sz="1800"/>
            </a:pPr>
            <a:r>
              <a:t>Пояснение 35.2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36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36</a:t>
            </a:r>
          </a:p>
          <a:p>
            <a:pPr lvl="1">
              <a:defRPr sz="1800"/>
            </a:pPr>
            <a:r>
              <a:t>Пояснение 36.1</a:t>
            </a:r>
          </a:p>
          <a:p>
            <a:pPr lvl="1">
              <a:defRPr sz="1800"/>
            </a:pPr>
            <a:r>
              <a:t>Пояснение 36.2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37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37</a:t>
            </a:r>
          </a:p>
          <a:p>
            <a:pPr lvl="1">
              <a:defRPr sz="1800"/>
            </a:pPr>
            <a:r>
              <a:t>Пояснение 37.1</a:t>
            </a:r>
          </a:p>
          <a:p>
            <a:pPr lvl="1">
              <a:defRPr sz="1800"/>
            </a:pPr>
            <a:r>
              <a:t>Пояснение 37.2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38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38</a:t>
            </a:r>
          </a:p>
          <a:p>
            <a:pPr lvl="1">
              <a:defRPr sz="1800"/>
            </a:pPr>
            <a:r>
              <a:t>Пояснение 38.1</a:t>
            </a:r>
          </a:p>
          <a:p>
            <a:pPr lvl="1">
              <a:defRPr sz="1800"/>
            </a:pPr>
            <a:r>
              <a:t>Пояснение 38.2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39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39</a:t>
            </a:r>
          </a:p>
          <a:p>
            <a:pPr lvl="1">
              <a:defRPr sz="1800"/>
            </a:pPr>
            <a:r>
              <a:t>Пояснение 39.1</a:t>
            </a:r>
          </a:p>
          <a:p>
            <a:pPr lvl="1">
              <a:defRPr sz="1800"/>
            </a:pPr>
            <a:r>
              <a:t>Пояснение 39.2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40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40</a:t>
            </a:r>
          </a:p>
          <a:p>
            <a:pPr lvl="1">
              <a:defRPr sz="1800"/>
            </a:pPr>
            <a:r>
              <a:t>Пояснение 40.1</a:t>
            </a:r>
          </a:p>
          <a:p>
            <a:pPr lvl="1">
              <a:defRPr sz="1800"/>
            </a:pPr>
            <a:r>
              <a:t>Пояснение 40.2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41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41</a:t>
            </a:r>
          </a:p>
          <a:p>
            <a:pPr lvl="1">
              <a:defRPr sz="1800"/>
            </a:pPr>
            <a:r>
              <a:t>Пояснение 41.1</a:t>
            </a:r>
          </a:p>
          <a:p>
            <a:pPr lvl="1">
              <a:defRPr sz="1800"/>
            </a:pPr>
            <a:r>
              <a:t>Пояснение 41.2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42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42</a:t>
            </a:r>
          </a:p>
          <a:p>
            <a:pPr lvl="1">
              <a:defRPr sz="1800"/>
            </a:pPr>
            <a:r>
              <a:t>Пояснение 42.1</a:t>
            </a:r>
          </a:p>
          <a:p>
            <a:pPr lvl="1">
              <a:defRPr sz="1800"/>
            </a:pPr>
            <a:r>
              <a:t>Пояснение 42.2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43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43</a:t>
            </a:r>
          </a:p>
          <a:p>
            <a:pPr lvl="1">
              <a:defRPr sz="1800"/>
            </a:pPr>
            <a:r>
              <a:t>Пояснение 43.1</a:t>
            </a:r>
          </a:p>
          <a:p>
            <a:pPr lvl="1">
              <a:defRPr sz="1800"/>
            </a:pPr>
            <a:r>
              <a:t>Пояснение 43.2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44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44</a:t>
            </a:r>
          </a:p>
          <a:p>
            <a:pPr lvl="1">
              <a:defRPr sz="1800"/>
            </a:pPr>
            <a:r>
              <a:t>Пояснение 44.1</a:t>
            </a:r>
          </a:p>
          <a:p>
            <a:pPr lvl="1">
              <a:defRPr sz="1800"/>
            </a:pPr>
            <a:r>
              <a:t>Пояснение 44.2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45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45</a:t>
            </a:r>
          </a:p>
          <a:p>
            <a:pPr lvl="1">
              <a:defRPr sz="1800"/>
            </a:pPr>
            <a:r>
              <a:t>Пояснение 45.1</a:t>
            </a:r>
          </a:p>
          <a:p>
            <a:pPr lvl="1">
              <a:defRPr sz="1800"/>
            </a:pPr>
            <a:r>
              <a:t>Пояснение 45.2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46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46</a:t>
            </a:r>
          </a:p>
          <a:p>
            <a:pPr lvl="1">
              <a:defRPr sz="1800"/>
            </a:pPr>
            <a:r>
              <a:t>Пояснение 46.1</a:t>
            </a:r>
          </a:p>
          <a:p>
            <a:pPr lvl="1">
              <a:defRPr sz="1800"/>
            </a:pPr>
            <a:r>
              <a:t>Пояснение 46.2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47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47</a:t>
            </a:r>
          </a:p>
          <a:p>
            <a:pPr lvl="1">
              <a:defRPr sz="1800"/>
            </a:pPr>
            <a:r>
              <a:t>Пояснение 47.1</a:t>
            </a:r>
          </a:p>
          <a:p>
            <a:pPr lvl="1">
              <a:defRPr sz="1800"/>
            </a:pPr>
            <a:r>
              <a:t>Пояснение 47.2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48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48</a:t>
            </a:r>
          </a:p>
          <a:p>
            <a:pPr lvl="1">
              <a:defRPr sz="1800"/>
            </a:pPr>
            <a:r>
              <a:t>Пояснение 48.1</a:t>
            </a:r>
          </a:p>
          <a:p>
            <a:pPr lvl="1">
              <a:defRPr sz="1800"/>
            </a:pPr>
            <a:r>
              <a:t>Пояснение 48.2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49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49</a:t>
            </a:r>
          </a:p>
          <a:p>
            <a:pPr lvl="1">
              <a:defRPr sz="1800"/>
            </a:pPr>
            <a:r>
              <a:t>Пояснение 49.1</a:t>
            </a:r>
          </a:p>
          <a:p>
            <a:pPr lvl="1">
              <a:defRPr sz="1800"/>
            </a:pPr>
            <a:r>
              <a:t>Пояснение 49.2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50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50</a:t>
            </a:r>
          </a:p>
          <a:p>
            <a:pPr lvl="1">
              <a:defRPr sz="1800"/>
            </a:pPr>
            <a:r>
              <a:t>Пояснение 50.1</a:t>
            </a:r>
          </a:p>
          <a:p>
            <a:pPr lvl="1">
              <a:defRPr sz="1800"/>
            </a:pPr>
            <a:r>
              <a:t>Пояснение 50.2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51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51</a:t>
            </a:r>
          </a:p>
          <a:p>
            <a:pPr lvl="1">
              <a:defRPr sz="1800"/>
            </a:pPr>
            <a:r>
              <a:t>Пояснение 51.1</a:t>
            </a:r>
          </a:p>
          <a:p>
            <a:pPr lvl="1">
              <a:defRPr sz="1800"/>
            </a:pPr>
            <a:r>
              <a:t>Пояснение 51.2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52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52</a:t>
            </a:r>
          </a:p>
          <a:p>
            <a:pPr lvl="1">
              <a:defRPr sz="1800"/>
            </a:pPr>
            <a:r>
              <a:t>Пояснение 52.1</a:t>
            </a:r>
          </a:p>
          <a:p>
            <a:pPr lvl="1">
              <a:defRPr sz="1800"/>
            </a:pPr>
            <a:r>
              <a:t>Пояснение 52.2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53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53</a:t>
            </a:r>
          </a:p>
          <a:p>
            <a:pPr lvl="1">
              <a:defRPr sz="1800"/>
            </a:pPr>
            <a:r>
              <a:t>Пояснение 53.1</a:t>
            </a:r>
          </a:p>
          <a:p>
            <a:pPr lvl="1">
              <a:defRPr sz="1800"/>
            </a:pPr>
            <a:r>
              <a:t>Пояснение 53.2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54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54</a:t>
            </a:r>
          </a:p>
          <a:p>
            <a:pPr lvl="1">
              <a:defRPr sz="1800"/>
            </a:pPr>
            <a:r>
              <a:t>Пояснение 54.1</a:t>
            </a:r>
          </a:p>
          <a:p>
            <a:pPr lvl="1">
              <a:defRPr sz="1800"/>
            </a:pPr>
            <a:r>
              <a:t>Пояснение 54.2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55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55</a:t>
            </a:r>
          </a:p>
          <a:p>
            <a:pPr lvl="1">
              <a:defRPr sz="1800"/>
            </a:pPr>
            <a:r>
              <a:t>Пояснение 55.1</a:t>
            </a:r>
          </a:p>
          <a:p>
            <a:pPr lvl="1">
              <a:defRPr sz="1800"/>
            </a:pPr>
            <a:r>
              <a:t>Пояснение 55.2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56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56</a:t>
            </a:r>
          </a:p>
          <a:p>
            <a:pPr lvl="1">
              <a:defRPr sz="1800"/>
            </a:pPr>
            <a:r>
              <a:t>Пояснение 56.1</a:t>
            </a:r>
          </a:p>
          <a:p>
            <a:pPr lvl="1">
              <a:defRPr sz="1800"/>
            </a:pPr>
            <a:r>
              <a:t>Пояснение 56.2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57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57</a:t>
            </a:r>
          </a:p>
          <a:p>
            <a:pPr lvl="1">
              <a:defRPr sz="1800"/>
            </a:pPr>
            <a:r>
              <a:t>Пояснение 57.1</a:t>
            </a:r>
          </a:p>
          <a:p>
            <a:pPr lvl="1">
              <a:defRPr sz="1800"/>
            </a:pPr>
            <a:r>
              <a:t>Пояснение 57.2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58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58</a:t>
            </a:r>
          </a:p>
          <a:p>
            <a:pPr lvl="1">
              <a:defRPr sz="1800"/>
            </a:pPr>
            <a:r>
              <a:t>Пояснение 58.1</a:t>
            </a:r>
          </a:p>
          <a:p>
            <a:pPr lvl="1">
              <a:defRPr sz="1800"/>
            </a:pPr>
            <a:r>
              <a:t>Пояснение 58.2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Раздел 59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Ключевой показатель 59</a:t>
            </a:r>
          </a:p>
          <a:p>
            <a:pPr lvl="1">
              <a:defRPr sz="1800"/>
            </a:pPr>
            <a:r>
              <a:t>Пояснение 59.1</a:t>
            </a:r>
          </a:p>
          <a:p>
            <a:pPr lvl="1">
              <a:defRPr sz="1800"/>
            </a:pPr>
            <a:r>
              <a:t>Пояснение 59.2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