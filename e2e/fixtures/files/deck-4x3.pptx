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Краткая сводка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Формат 4:3 · ООО «Ромашка» · январь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Итоги полугодия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Раздел 1. Ключевые показатели за период</a:t>
            </a:r>
          </a:p>
          <a:p>
            <a:pPr lvl="1"/>
            <a:r>
              <a:t>Выручка выросла на 12% к предыдущему кварталу</a:t>
            </a:r>
          </a:p>
          <a:p>
            <a:pPr lvl="1"/>
            <a:r>
              <a:t>Подписано 8 новых договоров</a:t>
            </a:r>
          </a:p>
          <a:p>
            <a:pPr lvl="1"/>
            <a:r>
              <a:t>Средний срок согласования — 6 рабочих дней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Структура портфеля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Услуги — 54%</a:t>
            </a:r>
          </a:p>
          <a:p>
            <a:pPr lvl="1"/>
            <a:r>
              <a:t>Поставка — 31%</a:t>
            </a:r>
          </a:p>
          <a:p>
            <a:pPr lvl="1"/>
            <a:r>
              <a:t>Аренда — 15%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Ключевые контрагенты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ООО «Василёк»</a:t>
            </a:r>
          </a:p>
          <a:p>
            <a:pPr lvl="1"/>
            <a:r>
              <a:t>ЗАО «Тестовый Мост»</a:t>
            </a:r>
          </a:p>
          <a:p>
            <a:pPr lvl="1"/>
            <a:r>
              <a:t>ООО «ТехноСфера-Плюс»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Просроченная задолженность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Всего 4 договора</a:t>
            </a:r>
          </a:p>
          <a:p>
            <a:pPr lvl="1"/>
            <a:r>
              <a:t>Средний срок просрочки — 11 дней</a:t>
            </a:r>
          </a:p>
          <a:p>
            <a:pPr lvl="1"/>
            <a:r>
              <a:t>Претензионная работа начата по 3 из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Договоры на контроле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20000" y="1440000"/>
          <a:ext cx="7704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6000"/>
                <a:gridCol w="1926000"/>
                <a:gridCol w="1926000"/>
                <a:gridCol w="1926000"/>
              </a:tblGrid>
              <a:tr h="576000">
                <a:tc>
                  <a:txBody>
                    <a:bodyPr/>
                    <a:lstStyle/>
                    <a:p>
                      <a:r>
                        <a:rPr sz="1400"/>
                        <a:t>Договор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Контрагент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Сумма, BYN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Статус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400"/>
                        <a:t>№ 17/2024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ООО «Ромашка»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12 480,00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Действует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400"/>
                        <a:t>№ 18/2024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ИП Иванов И. И.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15 630,00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На согласовании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400"/>
                        <a:t>№ 19/2024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ООО «Василёк»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18 780,00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Завершён</a:t>
                      </a:r>
                    </a:p>
                  </a:txBody>
                  <a:tcPr/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sz="1400"/>
                        <a:t>№ 20/2024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ЗАО «Тестовый Мост»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21 930,00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Продлён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Краткая сводка 4:3</dc:title>
  <dc:subject/>
  <dc:creator>Отдел договорной работы</dc:creator>
  <cp:keywords/>
  <dc:description>generated using python-pptx</dc:description>
  <cp:lastModifiedBy>Отдел договорной работы</cp:lastModifiedBy>
  <cp:revision>1</cp:revision>
  <dcterms:created xsi:type="dcterms:W3CDTF">2024-01-15T09:00:00Z</dcterms:created>
  <dcterms:modified xsi:type="dcterms:W3CDTF">2024-01-15T09:00:00Z</dcterms:modified>
  <cp:category/>
</cp:coreProperties>
</file>